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Albert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lbertSans-italic.fntdata"/><Relationship Id="rId10" Type="http://schemas.openxmlformats.org/officeDocument/2006/relationships/font" Target="fonts/AlbertSans-bold.fntdata"/><Relationship Id="rId12" Type="http://schemas.openxmlformats.org/officeDocument/2006/relationships/font" Target="fonts/Alber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lbert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Claro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Clar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Claro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Claro">
  <p:cSld name="BLANK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Clar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Claro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Claro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Escuro">
  <p:cSld name="BLANK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subtítulo - Escuro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2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b="1" sz="4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Escuro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b="1"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Escuro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Escuro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Escuro">
  <p:cSld name="BIG_NUMBER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Escuro">
  <p:cSld name="BIG_NUMBER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Escuro">
  <p:cSld name="BLANK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Claro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b="1" sz="3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Escuro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b="1" sz="3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/>
              <a:t>Título</a:t>
            </a:r>
            <a:endParaRPr b="1"/>
          </a:p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/>
              <a:t>Subtítulo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pt-BR" sz="1400"/>
              <a:t>Alunos: Nomes - Matr</a:t>
            </a:r>
            <a:r>
              <a:rPr b="1" i="1" lang="pt-BR" sz="1400"/>
              <a:t>ícula</a:t>
            </a:r>
            <a:endParaRPr b="1"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Orientador: Prof. Me. Ricardo Carubbi</a:t>
            </a:r>
            <a:endParaRPr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Disciplina: M</a:t>
            </a:r>
            <a:r>
              <a:rPr i="1" lang="pt-BR" sz="1400"/>
              <a:t>étodos Quantitativos</a:t>
            </a:r>
            <a:endParaRPr i="1" sz="1400"/>
          </a:p>
          <a:p>
            <a:pPr indent="0" lvl="0" marL="0" marR="146268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Centro de Ci</a:t>
            </a:r>
            <a:r>
              <a:rPr i="1" lang="pt-BR" sz="1400"/>
              <a:t>ências Tecnológicas - CCT</a:t>
            </a:r>
            <a:endParaRPr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Universidade de Fortaleza - UNIFOR</a:t>
            </a:r>
            <a:endParaRPr i="1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b="1" lang="pt-BR" sz="2850"/>
              <a:t>Título</a:t>
            </a:r>
            <a:endParaRPr b="1" sz="285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>
                <a:solidFill>
                  <a:schemeClr val="dk2"/>
                </a:solidFill>
              </a:rPr>
              <a:t>Subtítulo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t/>
            </a:r>
            <a:endParaRPr sz="2450"/>
          </a:p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2000"/>
              <a:t>Agenda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Introdução</a:t>
            </a:r>
            <a:r>
              <a:rPr lang="pt-BR"/>
              <a:t>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Objetivo;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</a:t>
            </a:r>
            <a:r>
              <a:rPr lang="pt-BR"/>
              <a:t>áfico 1;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Gráfico 2;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…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Gráfico 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Conclusão.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